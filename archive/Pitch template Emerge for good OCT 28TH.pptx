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DM Sans Bold" charset="1" panose="00000000000000000000"/>
      <p:regular r:id="rId11"/>
    </p:embeddedFont>
    <p:embeddedFont>
      <p:font typeface="Canva Sans" charset="1" panose="020B0503030501040103"/>
      <p:regular r:id="rId12"/>
    </p:embeddedFont>
    <p:embeddedFont>
      <p:font typeface="DM Sans" charset="1" panose="000000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25652" y="7068864"/>
            <a:ext cx="3712845" cy="746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7"/>
              </a:lnSpc>
            </a:pPr>
            <a:r>
              <a:rPr lang="en-US" sz="436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Elevator pitch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25652" y="8091347"/>
            <a:ext cx="1418314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One line describing how your solution solves the problem statement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10153" y="2598609"/>
            <a:ext cx="3440311" cy="746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7"/>
              </a:lnSpc>
            </a:pPr>
            <a:r>
              <a:rPr lang="en-US" sz="436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Team Details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10153" y="5170827"/>
            <a:ext cx="5190530" cy="746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7"/>
              </a:lnSpc>
            </a:pPr>
            <a:r>
              <a:rPr lang="en-US" sz="436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Problem statement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10153" y="6053119"/>
            <a:ext cx="1418314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Clearly write the problem you want to solve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5652" y="3553453"/>
            <a:ext cx="1418314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Team Name, Total team members, Team Leader Name, contact and email id, College name and branch and year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45053" y="6389815"/>
            <a:ext cx="1418314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 marks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590139" y="288244"/>
            <a:ext cx="7693943" cy="1955605"/>
          </a:xfrm>
          <a:custGeom>
            <a:avLst/>
            <a:gdLst/>
            <a:ahLst/>
            <a:cxnLst/>
            <a:rect r="r" b="b" t="t" l="l"/>
            <a:pathLst>
              <a:path h="1955605" w="7693943">
                <a:moveTo>
                  <a:pt x="0" y="0"/>
                </a:moveTo>
                <a:lnTo>
                  <a:pt x="7693944" y="0"/>
                </a:lnTo>
                <a:lnTo>
                  <a:pt x="7693944" y="1955605"/>
                </a:lnTo>
                <a:lnTo>
                  <a:pt x="0" y="19556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4119" r="0" b="-426026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33450"/>
            <a:ext cx="988801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What are the Existing solutions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121126"/>
            <a:ext cx="14496056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Explain the current solutions in the market and include 3 competitor names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Did you talk to any people to get the clear understanding of your problem?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What are the pros and cons of the exisiting solutions? How is your solution unique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45053" y="6389815"/>
            <a:ext cx="1418314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 marks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33450"/>
            <a:ext cx="991494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Your Solution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162810"/>
            <a:ext cx="14183140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What is your solution?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What is the cost of the existing solutions? and how is your solution more affordable? Justify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How is your solution creating impact ? Justify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45053" y="6389815"/>
            <a:ext cx="1418314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 marks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03290" y="1458798"/>
            <a:ext cx="13604201" cy="746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7"/>
              </a:lnSpc>
              <a:spcBef>
                <a:spcPct val="0"/>
              </a:spcBef>
            </a:pPr>
            <a:r>
              <a:rPr lang="en-US" b="true" sz="436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What is your plan of action and steps for execution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605840"/>
            <a:ext cx="14959608" cy="188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Clearly write the budget needed. How you will use 1 Lakh if you win?</a:t>
            </a:r>
          </a:p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What are the next immediate 3 steps you will take?</a:t>
            </a:r>
          </a:p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Write a timeline to build, test and iterate your solution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45053" y="6389815"/>
            <a:ext cx="1418314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 marks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938313"/>
            <a:ext cx="16230600" cy="3804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RULES</a:t>
            </a:r>
          </a:p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You will have 5 minutes to present your pitch</a:t>
            </a:r>
          </a:p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Maximum of 10 slides only allowed</a:t>
            </a:r>
          </a:p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Min 3 team members should be present and maximum 5 members allowed in a team</a:t>
            </a:r>
          </a:p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Each team member needs to present ppt and talk not only team leader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DAHYzEecoas</dc:identifier>
  <dcterms:modified xsi:type="dcterms:W3CDTF">2011-08-01T06:04:30Z</dcterms:modified>
  <cp:revision>1</cp:revision>
  <dc:title>Pitch template Emerge for good</dc:title>
</cp:coreProperties>
</file>